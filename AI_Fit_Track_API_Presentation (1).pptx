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-10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AI FIT TRACK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000" b="1">
                <a:solidFill>
                  <a:srgbClr val="264E7D"/>
                </a:solidFill>
              </a:defRPr>
            </a:pPr>
            <a:r>
              <a:t>Smart Fitness Tracking &amp; Personalized Health Support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r>
              <a:t>AI-powered API for fitness, activity and wellness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t>TEAM LEADER</a:t>
            </a:r>
          </a:p>
          <a:p>
            <a:pPr algn="ctr">
              <a:spcAft>
                <a:spcPts val="1200"/>
              </a:spcAft>
              <a:defRPr sz="2400" b="1">
                <a:solidFill>
                  <a:srgbClr val="264E7D"/>
                </a:solidFill>
              </a:defRPr>
            </a:pPr>
            <a:r>
              <a:rPr lang="en-US" dirty="0" smtClean="0"/>
              <a:t>S.VAISHNAVI</a:t>
            </a:r>
            <a:endParaRPr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endParaRPr/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t>TEAM MEMBERS</a:t>
            </a:r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r>
              <a:rPr lang="en-US" dirty="0" smtClean="0"/>
              <a:t>E.THIRISHA</a:t>
            </a:r>
            <a:endParaRPr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r>
              <a:rPr lang="en-US" dirty="0" smtClean="0"/>
              <a:t>S.VIDHYA</a:t>
            </a:r>
            <a:endParaRPr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AI Fit Track API is designed to collect and process fitness-related data.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It can support activity tracking, fitness analysis and personalized recommendations.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The API acts as a bridge between a fitness application and its backend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Fitness data is often stored across different applications and devices.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Users may find it difficult to understand their daily activity and progress.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 centralized API can organize fitness data and provide meaningful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Collect fitness data through API requests.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Store and process user activity information.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Analyze fitness metrics using intelligent logic.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Provide personalized progress information and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User profile &amp; fitness data management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Activity and workout tracking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Fitness metrics analysis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Progress monitoring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recommendations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Secure API-based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TECHNOLOGY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Frontend / Mobile App → AI Fit Track API → Backend Server → Database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API: REST / JSON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Backend: Node.js / Express (prototype)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Database: MongoDB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AI/Analytics: fitness-data analysis and recommendation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Centralized and structured fitness information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Easy integration with fitness applications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Useful activity and progress insights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fitness support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Scalable foundation for future AI-based health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</Words>
  <Application>Microsoft Macintosh PowerPoint</Application>
  <PresentationFormat>Custom</PresentationFormat>
  <Paragraphs>50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2026-09-30T08:51:10Z</dcterms:modified>
  <cp:category/>
</cp:coreProperties>
</file>